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computer-vision project: a multi-stage pipeline that turns raw dashcam video into structured, narrated, and queryable street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Attention: Self-driving cars detect every obstacle — but passengers still don't know why the car braked.</a:t>
            </a:r>
          </a:p>
          <a:p>
            <a:r>
              <a:t>Benefit: One pipeline turns raw dashcam video into a marketing-ready story — boxed objects, named brands, plain-language captions — so any viewer can follow what the car sees.</a:t>
            </a:r>
          </a:p>
          <a:p>
            <a:r>
              <a:t>Credibility: 4 stages across 3 sections · YOLO26s · CLIP · VLM · SegFormer — all running locally.</a:t>
            </a:r>
          </a:p>
          <a:p>
            <a:r>
              <a:t>Destination: In the next 15 minutes: Detect → Enrich →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talk follows the actual data flow of the pipeline: first we find and segment objects, then we add fine-grained identity, then we turn everything into a story any viewer can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YOLO gives us boxes, but a car has a brand. The scene is not just objects — it is road, sidewalk, sky. We need two detection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upgraded from YOLOv10n to YOLO26s, trading a little speed for greater feature capacity — we'll compare results when training finishes. The dataset covers 11 street classes including nuanced traffic-light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newest stage answers the same question as YOLO, but at the pixel level: what is in this scene? Road, sidewalk, building, vegetation — scene geometry, not just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we can detect cars and map the scene. But knowing that it's a car isn't enough — what kind of car is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Detection gives us generic classes. Enrichment gives us identity — turning 'car' into 'Toyota' so the viewer knows the system truly understands, not just locates.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freeze CLIP's general car knowledge and learn a lightweight 512→20 probe on top. Strong brand discrimination, no overfitting.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only run CLIP on car crops above 80×80 px, gating the brand at 0.3 confidence. No hallucinated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can locate and name every car. Now: how do we tell the story to a human who doesn't read bounding boxes?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Boxes and brands are intermediate outputs. The real product is a sentence: 'A white Toyota is stopping at a red light while pedestrians cross.' That's what a customer demo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Qwen3-VL runs locally via Ollama. Captions fire only when the scene actually changes — no redundant narration.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any frame and ask: 'Why did the model flag this?' Turns a black-box detector into an explainable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full stack. Detect gives us structure. Enrich adds identity. Explain produces the narrative. SegFormer shares the same input video but runs on its own — it's a quality demo, not part of the live pipeline. Three sections, four stages, one demo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numbers validate each stage. Detection is production-grade. Brand recognition jumps from 55% zero-shot to 80% with the probe — a 25-point gain from a single linear layer on frozen embeddings. Segmentation leverages a pretrained SOTA model for immediate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works end-to-end on a local GPU. The next step is shrinking it: TensorRT, ONNX, and temporal smoothing so it runs on an embedded dashcam unit. Thank you — we're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1E293B"/>
                </a:solidFill>
                <a:latin typeface="Calibri"/>
              </a:rPr>
              <a:t>Street-Scene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4648" y="3246120"/>
            <a:ext cx="18288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Calibri"/>
              </a:rPr>
              <a:t>A Multi-Stage Pipeline for Traffic-Scene Detection, Brand Recognition, and Natural-Language Explanation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Dongyuan Gao   ·   Solène Cosandey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Calibri"/>
              </a:rPr>
              <a:t>Our demo pipeline bridges the gap between raw detection and human trust.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57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1E293B"/>
                </a:solidFill>
                <a:latin typeface="Calibri"/>
              </a:rPr>
              <a:t>How do we improve trust</a:t>
            </a:r>
          </a:p>
          <a:p>
            <a:pPr algn="ctr"/>
            <a:r>
              <a:rPr sz="4600" b="1">
                <a:solidFill>
                  <a:srgbClr val="1E293B"/>
                </a:solidFill>
                <a:latin typeface="Calibri"/>
              </a:rPr>
              <a:t>in self-driving cars?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58968" y="3977639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519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In the next 15 minutes:  Detect  →  Enrich  → 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Three Sections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9759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9759" y="2194560"/>
            <a:ext cx="320040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759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0D948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759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Detect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8359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Find and segment objects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5647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95647" y="2194560"/>
            <a:ext cx="320040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647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D97706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647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Enrich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Add fine-grained identity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1535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1535" y="2194560"/>
            <a:ext cx="3200400" cy="635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1535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6366F1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1535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Explain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135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Turn everything into a story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Finding objects is step one — we also need to see the whole scene.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691640"/>
            <a:ext cx="4663440" cy="393192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88920" y="30175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081528" y="326440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931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Raw dashcam frame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56832" y="1691640"/>
            <a:ext cx="4663440" cy="393192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7072" y="30175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869680" y="326440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393192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YOLO bounding boxes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50992" y="3520440"/>
            <a:ext cx="868680" cy="4114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YOLO26s — fast object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11 classes · 512 px · 30 epochs · mAP@0.5 ≈ _._ (fill after rerun)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7132320" cy="36576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977640" y="320040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4270248" y="344728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Stage 1 — YOLO-only output (5-sec clip, no brand chips yet)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01168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75320" y="201168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17627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67004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Classes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324612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324612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341071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512 px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90448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Image Size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448056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20" y="448056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464515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513892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Epochs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Backbone upgraded from YOLOv10n to YOLO26s for better feature capacity; trained on Self-Driving-Car-3.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SegFormer-B5 — pixel-level scene understanding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Cityscapes · 19 classes · 84 % mIoU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383280" cy="36576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320040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2395728" y="344728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Original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2011680"/>
            <a:ext cx="3383280" cy="36576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87568" y="320040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980176" y="344728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Segmentation Mask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2011680"/>
            <a:ext cx="3383280" cy="36576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72016" y="320040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 rot="5400000">
            <a:off x="9564624" y="344728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91856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Overlay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Nearest-neighbor upsampling preserves boundaries; not real-time by design — a quality demonstration.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>
                <a:solidFill>
                  <a:srgbClr val="1E293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D97706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Calibri"/>
              </a:rPr>
              <a:t>Enrich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58968" y="393192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2 of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YOLO says 'car.'  We want to say 'Volkswagen.'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63040" y="2377440"/>
            <a:ext cx="2194560" cy="1645920"/>
          </a:xfrm>
          <a:prstGeom prst="roundRect">
            <a:avLst/>
          </a:prstGeom>
          <a:solidFill>
            <a:srgbClr val="EEF2F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377440"/>
            <a:ext cx="219456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YOLO box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2971800"/>
            <a:ext cx="1371600" cy="50292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760720" y="1920240"/>
            <a:ext cx="4023360" cy="2560320"/>
          </a:xfrm>
          <a:prstGeom prst="roundRect">
            <a:avLst/>
          </a:prstGeom>
          <a:solidFill>
            <a:srgbClr val="EEF2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920240"/>
            <a:ext cx="402336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High-res car crop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Use case: fleet analytics, insurance claims, recall targeting, customer trust.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Frozen backbone + a learned linear probe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OpenCLIP ViT-B-32 (frozen) + nn.Linear(512 → 20) = 20-brand classifier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286000"/>
            <a:ext cx="27432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2743200" cy="508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432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OpenCLIP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ViT-B-32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(frozen)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86200" y="3200400"/>
            <a:ext cx="1280160" cy="36576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94960" y="2606040"/>
            <a:ext cx="27432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606040"/>
            <a:ext cx="2743200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2606040"/>
            <a:ext cx="27432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nn.Linear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(512 → 20)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66760" y="3200400"/>
            <a:ext cx="1005840" cy="36576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55480" y="2606040"/>
            <a:ext cx="17830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55480" y="2606040"/>
            <a:ext cx="178308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2606040"/>
            <a:ext cx="17830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20 brands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Trained on Kaggle car images; 70/15/15 stratified split; early stopping at patience 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Brands drawn live on the video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Car-only crops · confidence ≥ 0.3 · trucks excluded by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7132320" cy="36576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977640" y="320040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4270248" y="344728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Full annotated video (YOLO + CLIP) — 5-sec clip showing brand chip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057400"/>
            <a:ext cx="30632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93976"/>
            <a:ext cx="30632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Frame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2770632"/>
            <a:ext cx="30632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807208"/>
            <a:ext cx="30632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YOLO crop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3483864"/>
            <a:ext cx="30632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3520440"/>
            <a:ext cx="30632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CLIP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197096"/>
            <a:ext cx="30632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4233672"/>
            <a:ext cx="30632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softmax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4910328"/>
            <a:ext cx="30632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946904"/>
            <a:ext cx="30632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Trucks are out-of-distribution for the probe; drawing a brand on them would be misleading.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>
                <a:solidFill>
                  <a:srgbClr val="1E293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366F1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58968" y="393192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3 of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The ultimate interface is plain language.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63040" y="1828800"/>
            <a:ext cx="9235440" cy="36576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0" y="30175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5961888" y="326440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3931920"/>
            <a:ext cx="9235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VLM captioned video — caption banner appearing dynamically (5-sec clip)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Scene captioning + frame-based Q&amp;A so any viewer — not just an engineer — can follow the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Adaptive captioning — only when the scene changes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Qwen3-VL:4b via Ollama · adaptive gating · diff ≥ 12 · min interval 5 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5120640" cy="36576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71800" y="320040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3264408" y="344728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Static caption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2011680"/>
            <a:ext cx="5120640" cy="36576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94192" y="320040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8686800" y="344728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5352" y="41148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Adaptive caption (scene change)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Captions fire only when the scene actually changes — no redundant narration.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Frame-based Q&amp;A — ask what you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63040" y="1737360"/>
            <a:ext cx="9235440" cy="384048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0" y="301752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5961888" y="3264408"/>
            <a:ext cx="292608" cy="329184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3931920"/>
            <a:ext cx="9235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VLM Q&amp;A interface — user typing a question, answer appearing (5-sec clip)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Useful for accident reconstruction, driver training, or live demo interaction.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Four stages · one coherent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The main pipeline runs end-to-end; SegFormer runs alongside, independently.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1454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1454" y="2240280"/>
            <a:ext cx="1874519" cy="508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454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Raw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Video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70837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0021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00021" y="2240280"/>
            <a:ext cx="1874519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0021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YOLO26s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Detection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29404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8588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58588" y="2240280"/>
            <a:ext cx="1874519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8588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CLIP Brand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Probe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87971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17155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17155" y="2240280"/>
            <a:ext cx="1874519" cy="50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17155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VLM Caption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&amp; Q&amp;A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346538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75722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75722" y="2240280"/>
            <a:ext cx="1874519" cy="50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5722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Structured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Understanding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454" y="434340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1454" y="4343400"/>
            <a:ext cx="1874519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454" y="443484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SegFormer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Segmentation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69569" y="3611880"/>
            <a:ext cx="22860" cy="731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1733" y="4572000"/>
            <a:ext cx="5943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Standalone quality demo — shares the input video,</a:t>
            </a:r>
          </a:p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but feeds no downstream stage.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0807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Speed: YOLO is fast · CLIP is moderate (one crop at a time) · SegFormer &amp; VLM are slow, selective, or offline-only.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Results &amp; Key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9175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9175" y="2011680"/>
            <a:ext cx="246888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9175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6335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mAP@0.5 ≈ _._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mAP@0.5:0.95 ≈ _._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0663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0663" y="2011680"/>
            <a:ext cx="246888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0663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97706"/>
                </a:solidFill>
                <a:latin typeface="Calibri"/>
              </a:rPr>
              <a:t>Enrichment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7823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Probe accuracy ≈ _._ %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20 brands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2151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2151" y="2011680"/>
            <a:ext cx="246888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2151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Segmentation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19 Cityscapes classes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84 % mIoU (pretrained)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3639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03639" y="2011680"/>
            <a:ext cx="2468880" cy="635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3639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366F1"/>
                </a:solidFill>
                <a:latin typeface="Calibri"/>
              </a:rPr>
              <a:t>Narration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0799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Adaptive captioning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local inference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57200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Note: 0.68 was the old YOLOv10n baseline; insert new YOLO26s values.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8348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Leave blank spaces for the actual results.png and confusion-matrix screenshots.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293B"/>
                </a:solidFill>
                <a:latin typeface="Calibri"/>
              </a:rPr>
              <a:t>From pixels to plain language —</a:t>
            </a:r>
          </a:p>
          <a:p>
            <a:pPr algn="ctr"/>
            <a:r>
              <a:rPr sz="3000" b="1">
                <a:solidFill>
                  <a:srgbClr val="1E293B"/>
                </a:solidFill>
                <a:latin typeface="Calibri"/>
              </a:rPr>
              <a:t>and next, to real-time edge deployment.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58968" y="274320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3108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Multi-camera 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3675888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On-device quantization for edge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242816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Temporal tracking to reduce flicker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